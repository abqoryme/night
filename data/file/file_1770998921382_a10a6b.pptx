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3" r:id="rId7"/>
    <p:sldId id="264" r:id="rId8"/>
    <p:sldId id="265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8" y="-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520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303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500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192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034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833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728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602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563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295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976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621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17" name="Picture 3" descr="Pola cat air abstrak warna biru dengan latar belakang putih">
            <a:extLst>
              <a:ext uri="{FF2B5EF4-FFF2-40B4-BE49-F238E27FC236}">
                <a16:creationId xmlns:a16="http://schemas.microsoft.com/office/drawing/2014/main" id="{54CCD9EF-1D8B-43AE-8772-727EB6EFC6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426" b="304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8" name="Rectangle 10">
            <a:extLst>
              <a:ext uri="{FF2B5EF4-FFF2-40B4-BE49-F238E27FC236}">
                <a16:creationId xmlns:a16="http://schemas.microsoft.com/office/drawing/2014/main" id="{AAB476BF-4EE2-5243-CABB-6CC72C39B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Judul 1">
            <a:extLst>
              <a:ext uri="{FF2B5EF4-FFF2-40B4-BE49-F238E27FC236}">
                <a16:creationId xmlns:a16="http://schemas.microsoft.com/office/drawing/2014/main" id="{FBE394E8-C9B9-887A-53D1-83EEBA76AC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5411" y="550216"/>
            <a:ext cx="8456605" cy="3678268"/>
          </a:xfrm>
        </p:spPr>
        <p:txBody>
          <a:bodyPr anchor="t">
            <a:normAutofit/>
          </a:bodyPr>
          <a:lstStyle/>
          <a:p>
            <a:r>
              <a:rPr lang="en-US" sz="6000" dirty="0" err="1"/>
              <a:t>Absensi</a:t>
            </a:r>
            <a:r>
              <a:rPr lang="en-US" sz="6000" dirty="0"/>
              <a:t> Maba</a:t>
            </a:r>
            <a:br>
              <a:rPr lang="en-US" sz="6000" dirty="0"/>
            </a:br>
            <a:r>
              <a:rPr lang="en-US" sz="6000" dirty="0" err="1"/>
              <a:t>Taaruf</a:t>
            </a:r>
            <a:r>
              <a:rPr lang="en-US" sz="6000" dirty="0"/>
              <a:t> UIKA 2025</a:t>
            </a:r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20D28EA4-6F96-F7C6-1D07-5BA5C27387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6781" y="508090"/>
            <a:ext cx="449275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FF93C5-0576-D227-80A7-4CFBA8791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10119" y="6209925"/>
            <a:ext cx="449275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5" name="Gambar 4" descr="Sebuah gambar berisi teks, pakaian, kartun&#10;&#10;Konten yang dihasilkan AI mungkin salah.">
            <a:extLst>
              <a:ext uri="{FF2B5EF4-FFF2-40B4-BE49-F238E27FC236}">
                <a16:creationId xmlns:a16="http://schemas.microsoft.com/office/drawing/2014/main" id="{0C58ED03-8BDF-6014-0BC7-1C2ECBFD7A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2531757"/>
            <a:ext cx="3734801" cy="3734801"/>
          </a:xfrm>
          <a:prstGeom prst="rect">
            <a:avLst/>
          </a:prstGeom>
        </p:spPr>
      </p:pic>
      <p:pic>
        <p:nvPicPr>
          <p:cNvPr id="6" name="Gambar 5" descr="Sebuah gambar berisi teks, pakaian, kartun, orang&#10;&#10;Konten yang dihasilkan AI mungkin salah.">
            <a:extLst>
              <a:ext uri="{FF2B5EF4-FFF2-40B4-BE49-F238E27FC236}">
                <a16:creationId xmlns:a16="http://schemas.microsoft.com/office/drawing/2014/main" id="{25056541-7958-7B4F-A717-43ED7247EE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8487" y="2520843"/>
            <a:ext cx="3734801" cy="3734801"/>
          </a:xfrm>
          <a:prstGeom prst="rect">
            <a:avLst/>
          </a:prstGeom>
        </p:spPr>
      </p:pic>
      <p:pic>
        <p:nvPicPr>
          <p:cNvPr id="7" name="Gambar 6">
            <a:extLst>
              <a:ext uri="{FF2B5EF4-FFF2-40B4-BE49-F238E27FC236}">
                <a16:creationId xmlns:a16="http://schemas.microsoft.com/office/drawing/2014/main" id="{C8DC92BA-3005-5ADE-AB60-6C104DFB3D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124" y="355822"/>
            <a:ext cx="2441448" cy="2175933"/>
          </a:xfrm>
          <a:prstGeom prst="rect">
            <a:avLst/>
          </a:prstGeom>
        </p:spPr>
      </p:pic>
      <p:pic>
        <p:nvPicPr>
          <p:cNvPr id="8" name="Gambar 7">
            <a:extLst>
              <a:ext uri="{FF2B5EF4-FFF2-40B4-BE49-F238E27FC236}">
                <a16:creationId xmlns:a16="http://schemas.microsoft.com/office/drawing/2014/main" id="{59B6D74C-054B-D251-4D2A-3F77036815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750" b="90000" l="9903" r="89832">
                        <a14:foregroundMark x1="17065" y1="7375" x2="17065" y2="7375"/>
                        <a14:foregroundMark x1="18568" y1="3750" x2="18568" y2="3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29135" y="1685046"/>
            <a:ext cx="3595783" cy="508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9118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6117D1A4-0F4E-E4BD-CCF8-8C1040C51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Akses </a:t>
            </a:r>
            <a:r>
              <a:rPr lang="en-US" dirty="0" err="1"/>
              <a:t>ke</a:t>
            </a:r>
            <a:r>
              <a:rPr lang="en-US" dirty="0"/>
              <a:t> https://taaruf.uika.online</a:t>
            </a:r>
          </a:p>
        </p:txBody>
      </p:sp>
      <p:pic>
        <p:nvPicPr>
          <p:cNvPr id="5" name="Gambar 4">
            <a:extLst>
              <a:ext uri="{FF2B5EF4-FFF2-40B4-BE49-F238E27FC236}">
                <a16:creationId xmlns:a16="http://schemas.microsoft.com/office/drawing/2014/main" id="{14F2EA31-C2DF-7351-3367-DE625ACFF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6843" y="1831018"/>
            <a:ext cx="7220632" cy="4384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063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90BC3-97B0-1DAC-09E9-34F242C9D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C2D6291E-32D2-216E-8518-43F1EE73E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Daftar</a:t>
            </a:r>
          </a:p>
        </p:txBody>
      </p:sp>
      <p:pic>
        <p:nvPicPr>
          <p:cNvPr id="5" name="Gambar 4">
            <a:extLst>
              <a:ext uri="{FF2B5EF4-FFF2-40B4-BE49-F238E27FC236}">
                <a16:creationId xmlns:a16="http://schemas.microsoft.com/office/drawing/2014/main" id="{B264E58E-C323-6846-88BA-DE97D2C74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6843" y="1831018"/>
            <a:ext cx="7220632" cy="4384458"/>
          </a:xfrm>
          <a:prstGeom prst="rect">
            <a:avLst/>
          </a:prstGeom>
        </p:spPr>
      </p:pic>
      <p:sp>
        <p:nvSpPr>
          <p:cNvPr id="3" name="Persegi Panjang 2">
            <a:extLst>
              <a:ext uri="{FF2B5EF4-FFF2-40B4-BE49-F238E27FC236}">
                <a16:creationId xmlns:a16="http://schemas.microsoft.com/office/drawing/2014/main" id="{C7171B2A-8456-E4E4-F62E-F0019A80E19E}"/>
              </a:ext>
            </a:extLst>
          </p:cNvPr>
          <p:cNvSpPr/>
          <p:nvPr/>
        </p:nvSpPr>
        <p:spPr>
          <a:xfrm>
            <a:off x="6800850" y="4419600"/>
            <a:ext cx="628650" cy="4286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832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671C1-2DEB-0932-9F30-02938557B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1ECDC105-A333-AD6C-0BD5-02C6DD4FD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521208"/>
            <a:ext cx="11155680" cy="146304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Lengkapi</a:t>
            </a:r>
            <a:r>
              <a:rPr lang="en-US" dirty="0"/>
              <a:t>, </a:t>
            </a:r>
            <a:r>
              <a:rPr lang="en-US" dirty="0" err="1"/>
              <a:t>dengan</a:t>
            </a:r>
            <a:r>
              <a:rPr lang="en-US" dirty="0"/>
              <a:t> email </a:t>
            </a:r>
            <a:r>
              <a:rPr lang="en-US" dirty="0" err="1"/>
              <a:t>lengkap</a:t>
            </a:r>
            <a:r>
              <a:rPr lang="en-US" dirty="0"/>
              <a:t> dan password </a:t>
            </a:r>
            <a:r>
              <a:rPr lang="en-US" dirty="0" err="1"/>
              <a:t>mudah</a:t>
            </a:r>
            <a:r>
              <a:rPr lang="en-US" dirty="0"/>
              <a:t> </a:t>
            </a:r>
            <a:r>
              <a:rPr lang="en-US" dirty="0" err="1"/>
              <a:t>diingat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pastiin</a:t>
            </a:r>
            <a:r>
              <a:rPr lang="en-US" dirty="0"/>
              <a:t> email </a:t>
            </a:r>
            <a:r>
              <a:rPr lang="en-US" dirty="0" err="1"/>
              <a:t>aktif</a:t>
            </a:r>
            <a:br>
              <a:rPr lang="en-US" dirty="0"/>
            </a:br>
            <a:r>
              <a:rPr lang="en-US" dirty="0" err="1"/>
              <a:t>atau</a:t>
            </a:r>
            <a:r>
              <a:rPr lang="en-US" dirty="0"/>
              <a:t> yang </a:t>
            </a:r>
            <a:r>
              <a:rPr lang="en-US" dirty="0" err="1"/>
              <a:t>udah</a:t>
            </a:r>
            <a:r>
              <a:rPr lang="en-US" dirty="0"/>
              <a:t> </a:t>
            </a:r>
            <a:r>
              <a:rPr lang="en-US" dirty="0" err="1"/>
              <a:t>ada</a:t>
            </a:r>
            <a:br>
              <a:rPr lang="en-US" dirty="0"/>
            </a:br>
            <a:r>
              <a:rPr lang="en-US" dirty="0"/>
              <a:t>di </a:t>
            </a:r>
            <a:r>
              <a:rPr lang="en-US" dirty="0" err="1"/>
              <a:t>gmail</a:t>
            </a:r>
            <a:r>
              <a:rPr lang="en-US" dirty="0"/>
              <a:t> smartphone </a:t>
            </a:r>
            <a:r>
              <a:rPr lang="en-US" dirty="0" err="1"/>
              <a:t>kamu</a:t>
            </a:r>
            <a:endParaRPr lang="en-US" dirty="0"/>
          </a:p>
        </p:txBody>
      </p:sp>
      <p:pic>
        <p:nvPicPr>
          <p:cNvPr id="6" name="Gambar 5">
            <a:extLst>
              <a:ext uri="{FF2B5EF4-FFF2-40B4-BE49-F238E27FC236}">
                <a16:creationId xmlns:a16="http://schemas.microsoft.com/office/drawing/2014/main" id="{BABCD077-7455-C7DE-572B-E18ED1710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0519" y="1386732"/>
            <a:ext cx="3682866" cy="5242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035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C2793-7123-B3EB-C4D4-D3261A188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64530B23-D19C-5C55-183F-D39F5C41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521208"/>
            <a:ext cx="11155680" cy="1463040"/>
          </a:xfrm>
        </p:spPr>
        <p:txBody>
          <a:bodyPr/>
          <a:lstStyle/>
          <a:p>
            <a:r>
              <a:rPr lang="en-US" dirty="0"/>
              <a:t>Login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akses</a:t>
            </a:r>
            <a:r>
              <a:rPr lang="en-US" dirty="0"/>
              <a:t> </a:t>
            </a:r>
            <a:r>
              <a:rPr lang="en-US" dirty="0" err="1"/>
              <a:t>absensi</a:t>
            </a:r>
            <a:endParaRPr lang="en-US" dirty="0"/>
          </a:p>
        </p:txBody>
      </p:sp>
      <p:pic>
        <p:nvPicPr>
          <p:cNvPr id="5" name="Gambar 4">
            <a:extLst>
              <a:ext uri="{FF2B5EF4-FFF2-40B4-BE49-F238E27FC236}">
                <a16:creationId xmlns:a16="http://schemas.microsoft.com/office/drawing/2014/main" id="{D7F2FB81-38F0-230C-8ED5-BF555EF65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4611" y="1384795"/>
            <a:ext cx="6406090" cy="4951997"/>
          </a:xfrm>
          <a:prstGeom prst="rect">
            <a:avLst/>
          </a:prstGeom>
        </p:spPr>
      </p:pic>
      <p:sp>
        <p:nvSpPr>
          <p:cNvPr id="7" name="Judul 1">
            <a:extLst>
              <a:ext uri="{FF2B5EF4-FFF2-40B4-BE49-F238E27FC236}">
                <a16:creationId xmlns:a16="http://schemas.microsoft.com/office/drawing/2014/main" id="{E98A8FF2-F846-F163-04A6-439922C865C4}"/>
              </a:ext>
            </a:extLst>
          </p:cNvPr>
          <p:cNvSpPr txBox="1">
            <a:spLocks/>
          </p:cNvSpPr>
          <p:nvPr/>
        </p:nvSpPr>
        <p:spPr>
          <a:xfrm>
            <a:off x="629816" y="52075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Ingat</a:t>
            </a:r>
            <a:r>
              <a:rPr lang="en-US" dirty="0"/>
              <a:t>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centang</a:t>
            </a:r>
            <a:r>
              <a:rPr lang="en-US" dirty="0"/>
              <a:t> </a:t>
            </a:r>
            <a:r>
              <a:rPr lang="en-US" dirty="0" err="1"/>
              <a:t>biar</a:t>
            </a:r>
            <a:r>
              <a:rPr lang="en-US" dirty="0"/>
              <a:t> </a:t>
            </a:r>
            <a:r>
              <a:rPr lang="en-US" dirty="0" err="1"/>
              <a:t>besok</a:t>
            </a:r>
            <a:r>
              <a:rPr lang="en-US" dirty="0"/>
              <a:t> </a:t>
            </a:r>
            <a:r>
              <a:rPr lang="en-US" dirty="0" err="1"/>
              <a:t>langsung</a:t>
            </a:r>
            <a:r>
              <a:rPr lang="en-US" dirty="0"/>
              <a:t> login</a:t>
            </a:r>
          </a:p>
        </p:txBody>
      </p:sp>
    </p:spTree>
    <p:extLst>
      <p:ext uri="{BB962C8B-B14F-4D97-AF65-F5344CB8AC3E}">
        <p14:creationId xmlns:p14="http://schemas.microsoft.com/office/powerpoint/2010/main" val="3418368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7C4270AD-1B94-673F-F085-D005332D5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Aktifin</a:t>
            </a:r>
            <a:r>
              <a:rPr lang="en-US" dirty="0"/>
              <a:t> GPS HP, dan login</a:t>
            </a:r>
          </a:p>
        </p:txBody>
      </p:sp>
      <p:pic>
        <p:nvPicPr>
          <p:cNvPr id="5" name="Gambar 4" descr="Sebuah gambar berisi teks, cuplikan layar, software, Software multimedia&#10;&#10;Konten yang dihasilkan AI mungkin salah.">
            <a:extLst>
              <a:ext uri="{FF2B5EF4-FFF2-40B4-BE49-F238E27FC236}">
                <a16:creationId xmlns:a16="http://schemas.microsoft.com/office/drawing/2014/main" id="{56143A5B-AFAD-05C4-5C0C-5BE76B95BE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12" y="1709928"/>
            <a:ext cx="2433792" cy="5410200"/>
          </a:xfrm>
          <a:prstGeom prst="rect">
            <a:avLst/>
          </a:prstGeom>
        </p:spPr>
      </p:pic>
      <p:pic>
        <p:nvPicPr>
          <p:cNvPr id="6" name="Gambar 5">
            <a:extLst>
              <a:ext uri="{FF2B5EF4-FFF2-40B4-BE49-F238E27FC236}">
                <a16:creationId xmlns:a16="http://schemas.microsoft.com/office/drawing/2014/main" id="{786FA901-93AF-6E15-CB92-4EAD822A13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86887" y="1709928"/>
            <a:ext cx="2433792" cy="5410199"/>
          </a:xfrm>
          <a:prstGeom prst="rect">
            <a:avLst/>
          </a:prstGeom>
        </p:spPr>
      </p:pic>
      <p:pic>
        <p:nvPicPr>
          <p:cNvPr id="7" name="Gambar 6">
            <a:extLst>
              <a:ext uri="{FF2B5EF4-FFF2-40B4-BE49-F238E27FC236}">
                <a16:creationId xmlns:a16="http://schemas.microsoft.com/office/drawing/2014/main" id="{AF294654-248E-AD6E-71FD-FBAABD268F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1709928"/>
            <a:ext cx="2433791" cy="5410199"/>
          </a:xfrm>
          <a:prstGeom prst="rect">
            <a:avLst/>
          </a:prstGeom>
        </p:spPr>
      </p:pic>
      <p:pic>
        <p:nvPicPr>
          <p:cNvPr id="8" name="Gambar 7">
            <a:extLst>
              <a:ext uri="{FF2B5EF4-FFF2-40B4-BE49-F238E27FC236}">
                <a16:creationId xmlns:a16="http://schemas.microsoft.com/office/drawing/2014/main" id="{A5649770-6783-7F27-CDDE-D72CF2A928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11"/>
          <a:stretch>
            <a:fillRect/>
          </a:stretch>
        </p:blipFill>
        <p:spPr>
          <a:xfrm>
            <a:off x="8905112" y="2857500"/>
            <a:ext cx="2433791" cy="4262626"/>
          </a:xfrm>
          <a:prstGeom prst="rect">
            <a:avLst/>
          </a:prstGeom>
        </p:spPr>
      </p:pic>
      <p:sp>
        <p:nvSpPr>
          <p:cNvPr id="9" name="Persegi Panjang 8">
            <a:extLst>
              <a:ext uri="{FF2B5EF4-FFF2-40B4-BE49-F238E27FC236}">
                <a16:creationId xmlns:a16="http://schemas.microsoft.com/office/drawing/2014/main" id="{999FDE49-1C2B-B1CF-9141-1B07306E03E9}"/>
              </a:ext>
            </a:extLst>
          </p:cNvPr>
          <p:cNvSpPr/>
          <p:nvPr/>
        </p:nvSpPr>
        <p:spPr>
          <a:xfrm>
            <a:off x="2193590" y="4566475"/>
            <a:ext cx="628650" cy="4286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ersegi Panjang 9">
            <a:extLst>
              <a:ext uri="{FF2B5EF4-FFF2-40B4-BE49-F238E27FC236}">
                <a16:creationId xmlns:a16="http://schemas.microsoft.com/office/drawing/2014/main" id="{6E4C9CFA-2F12-396D-09C8-40FFD4272156}"/>
              </a:ext>
            </a:extLst>
          </p:cNvPr>
          <p:cNvSpPr/>
          <p:nvPr/>
        </p:nvSpPr>
        <p:spPr>
          <a:xfrm>
            <a:off x="3417553" y="4137850"/>
            <a:ext cx="2192672" cy="4286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ersegi Panjang 10">
            <a:extLst>
              <a:ext uri="{FF2B5EF4-FFF2-40B4-BE49-F238E27FC236}">
                <a16:creationId xmlns:a16="http://schemas.microsoft.com/office/drawing/2014/main" id="{2A0E3831-FEFF-BD20-2CA7-EDDC6C9F4629}"/>
              </a:ext>
            </a:extLst>
          </p:cNvPr>
          <p:cNvSpPr/>
          <p:nvPr/>
        </p:nvSpPr>
        <p:spPr>
          <a:xfrm>
            <a:off x="7900760" y="2277428"/>
            <a:ext cx="481240" cy="4286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rsegi Panjang 11">
            <a:extLst>
              <a:ext uri="{FF2B5EF4-FFF2-40B4-BE49-F238E27FC236}">
                <a16:creationId xmlns:a16="http://schemas.microsoft.com/office/drawing/2014/main" id="{FD7EA943-97F3-51C3-AACC-9E7DF2843CEF}"/>
              </a:ext>
            </a:extLst>
          </p:cNvPr>
          <p:cNvSpPr/>
          <p:nvPr/>
        </p:nvSpPr>
        <p:spPr>
          <a:xfrm>
            <a:off x="8786585" y="3289649"/>
            <a:ext cx="2310040" cy="22348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669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ambar 4" descr="Sebuah gambar berisi teks, pakaian, kartun&#10;&#10;Konten yang dihasilkan AI mungkin salah.">
            <a:extLst>
              <a:ext uri="{FF2B5EF4-FFF2-40B4-BE49-F238E27FC236}">
                <a16:creationId xmlns:a16="http://schemas.microsoft.com/office/drawing/2014/main" id="{6BF03137-AEC1-F11C-F9D7-02B9C8D22F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" y="447675"/>
            <a:ext cx="5715002" cy="5715002"/>
          </a:xfrm>
          <a:prstGeom prst="rect">
            <a:avLst/>
          </a:prstGeom>
        </p:spPr>
      </p:pic>
      <p:pic>
        <p:nvPicPr>
          <p:cNvPr id="7" name="Gambar 6" descr="Sebuah gambar berisi teks, pakaian, kartun, orang&#10;&#10;Konten yang dihasilkan AI mungkin salah.">
            <a:extLst>
              <a:ext uri="{FF2B5EF4-FFF2-40B4-BE49-F238E27FC236}">
                <a16:creationId xmlns:a16="http://schemas.microsoft.com/office/drawing/2014/main" id="{C2F555B0-0A01-C343-1C3A-24D0392BA8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300" y="447675"/>
            <a:ext cx="5715002" cy="5715002"/>
          </a:xfrm>
          <a:prstGeom prst="rect">
            <a:avLst/>
          </a:prstGeom>
        </p:spPr>
      </p:pic>
      <p:sp>
        <p:nvSpPr>
          <p:cNvPr id="2" name="Judul 1">
            <a:extLst>
              <a:ext uri="{FF2B5EF4-FFF2-40B4-BE49-F238E27FC236}">
                <a16:creationId xmlns:a16="http://schemas.microsoft.com/office/drawing/2014/main" id="{6997BBFD-5CCB-8D00-A9E5-9E370D48D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8" y="6035040"/>
            <a:ext cx="11155680" cy="1463040"/>
          </a:xfrm>
        </p:spPr>
        <p:txBody>
          <a:bodyPr/>
          <a:lstStyle/>
          <a:p>
            <a:r>
              <a:rPr lang="en-US" dirty="0"/>
              <a:t>Absen Hadir </a:t>
            </a:r>
            <a:r>
              <a:rPr lang="en-US" dirty="0" err="1"/>
              <a:t>maksimal</a:t>
            </a:r>
            <a:r>
              <a:rPr lang="en-US" dirty="0"/>
              <a:t> jam 06.30 WIB</a:t>
            </a:r>
          </a:p>
        </p:txBody>
      </p:sp>
    </p:spTree>
    <p:extLst>
      <p:ext uri="{BB962C8B-B14F-4D97-AF65-F5344CB8AC3E}">
        <p14:creationId xmlns:p14="http://schemas.microsoft.com/office/powerpoint/2010/main" val="3949430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86D91-DF08-A407-F23F-CF9F82985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ambar 4" descr="Sebuah gambar berisi teks, pakaian, kartun&#10;&#10;Konten yang dihasilkan AI mungkin salah.">
            <a:extLst>
              <a:ext uri="{FF2B5EF4-FFF2-40B4-BE49-F238E27FC236}">
                <a16:creationId xmlns:a16="http://schemas.microsoft.com/office/drawing/2014/main" id="{B0BFC4CD-0569-0BAA-3A07-5344B6D049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" y="447675"/>
            <a:ext cx="5715002" cy="5715002"/>
          </a:xfrm>
          <a:prstGeom prst="rect">
            <a:avLst/>
          </a:prstGeom>
        </p:spPr>
      </p:pic>
      <p:pic>
        <p:nvPicPr>
          <p:cNvPr id="7" name="Gambar 6" descr="Sebuah gambar berisi teks, pakaian, kartun, orang&#10;&#10;Konten yang dihasilkan AI mungkin salah.">
            <a:extLst>
              <a:ext uri="{FF2B5EF4-FFF2-40B4-BE49-F238E27FC236}">
                <a16:creationId xmlns:a16="http://schemas.microsoft.com/office/drawing/2014/main" id="{BFC13E83-E2AB-0D83-CC65-C9B4002FF6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300" y="447675"/>
            <a:ext cx="5715002" cy="5715002"/>
          </a:xfrm>
          <a:prstGeom prst="rect">
            <a:avLst/>
          </a:prstGeom>
        </p:spPr>
      </p:pic>
      <p:sp>
        <p:nvSpPr>
          <p:cNvPr id="2" name="Judul 1">
            <a:extLst>
              <a:ext uri="{FF2B5EF4-FFF2-40B4-BE49-F238E27FC236}">
                <a16:creationId xmlns:a16="http://schemas.microsoft.com/office/drawing/2014/main" id="{F5EB69CC-C9C0-F6C9-5A6E-44AD7169A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8" y="6035040"/>
            <a:ext cx="11155680" cy="1463040"/>
          </a:xfrm>
        </p:spPr>
        <p:txBody>
          <a:bodyPr/>
          <a:lstStyle/>
          <a:p>
            <a:r>
              <a:rPr lang="en-US" dirty="0"/>
              <a:t>Absen Pulang jam 16.00 WIB</a:t>
            </a:r>
          </a:p>
        </p:txBody>
      </p:sp>
    </p:spTree>
    <p:extLst>
      <p:ext uri="{BB962C8B-B14F-4D97-AF65-F5344CB8AC3E}">
        <p14:creationId xmlns:p14="http://schemas.microsoft.com/office/powerpoint/2010/main" val="2822253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BCBDE-5A57-B9A0-1B7A-FD668588D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ambar 5">
            <a:extLst>
              <a:ext uri="{FF2B5EF4-FFF2-40B4-BE49-F238E27FC236}">
                <a16:creationId xmlns:a16="http://schemas.microsoft.com/office/drawing/2014/main" id="{BF98AF54-DA4C-8A17-A9EB-F0D7D9AB3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3572" y="1984248"/>
            <a:ext cx="7544853" cy="4382112"/>
          </a:xfrm>
          <a:prstGeom prst="rect">
            <a:avLst/>
          </a:prstGeom>
        </p:spPr>
      </p:pic>
      <p:sp>
        <p:nvSpPr>
          <p:cNvPr id="2" name="Judul 1">
            <a:extLst>
              <a:ext uri="{FF2B5EF4-FFF2-40B4-BE49-F238E27FC236}">
                <a16:creationId xmlns:a16="http://schemas.microsoft.com/office/drawing/2014/main" id="{1354F184-AB3D-0445-FF3F-F0446ACBC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521208"/>
            <a:ext cx="11155680" cy="1463040"/>
          </a:xfrm>
        </p:spPr>
        <p:txBody>
          <a:bodyPr>
            <a:normAutofit fontScale="90000"/>
          </a:bodyPr>
          <a:lstStyle/>
          <a:p>
            <a:r>
              <a:rPr lang="en-US" dirty="0"/>
              <a:t>Lupa kata </a:t>
            </a:r>
            <a:r>
              <a:rPr lang="en-US" dirty="0" err="1"/>
              <a:t>sandi</a:t>
            </a:r>
            <a:r>
              <a:rPr lang="en-US" dirty="0"/>
              <a:t> </a:t>
            </a:r>
            <a:r>
              <a:rPr lang="en-US" dirty="0" err="1"/>
              <a:t>buat</a:t>
            </a:r>
            <a:r>
              <a:rPr lang="en-US" dirty="0"/>
              <a:t> reset kata </a:t>
            </a:r>
            <a:r>
              <a:rPr lang="en-US" dirty="0" err="1"/>
              <a:t>sandi</a:t>
            </a:r>
            <a:br>
              <a:rPr lang="en-US" dirty="0"/>
            </a:br>
            <a:r>
              <a:rPr lang="en-US" dirty="0" err="1"/>
              <a:t>dengan</a:t>
            </a:r>
            <a:r>
              <a:rPr lang="en-US" dirty="0"/>
              <a:t> email yang </a:t>
            </a:r>
            <a:r>
              <a:rPr lang="en-US" dirty="0" err="1"/>
              <a:t>udah</a:t>
            </a:r>
            <a:r>
              <a:rPr lang="en-US" dirty="0"/>
              <a:t> </a:t>
            </a:r>
            <a:r>
              <a:rPr lang="en-US" dirty="0" err="1"/>
              <a:t>didaftarkan</a:t>
            </a:r>
            <a:r>
              <a:rPr lang="en-US" dirty="0"/>
              <a:t> </a:t>
            </a:r>
            <a:r>
              <a:rPr lang="en-US" dirty="0" err="1"/>
              <a:t>sebelumnya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 err="1"/>
              <a:t>pastiin</a:t>
            </a:r>
            <a:r>
              <a:rPr lang="en-US" dirty="0"/>
              <a:t> email </a:t>
            </a:r>
            <a:r>
              <a:rPr lang="en-US" dirty="0" err="1"/>
              <a:t>aktif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912324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87</Words>
  <Application>Microsoft Office PowerPoint</Application>
  <PresentationFormat>Layar Lebar</PresentationFormat>
  <Paragraphs>10</Paragraphs>
  <Slides>9</Slides>
  <Notes>0</Notes>
  <HiddenSlides>0</HiddenSlides>
  <MMClips>0</MMClips>
  <ScaleCrop>false</ScaleCrop>
  <HeadingPairs>
    <vt:vector size="6" baseType="variant">
      <vt:variant>
        <vt:lpstr>Font Dipakai</vt:lpstr>
      </vt:variant>
      <vt:variant>
        <vt:i4>3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9</vt:i4>
      </vt:variant>
    </vt:vector>
  </HeadingPairs>
  <TitlesOfParts>
    <vt:vector size="13" baseType="lpstr">
      <vt:lpstr>Arial</vt:lpstr>
      <vt:lpstr>Bierstadt</vt:lpstr>
      <vt:lpstr>Neue Haas Grotesk Text Pro</vt:lpstr>
      <vt:lpstr>GestaltVTI</vt:lpstr>
      <vt:lpstr>Absensi Maba Taaruf UIKA 2025</vt:lpstr>
      <vt:lpstr>Akses ke https://taaruf.uika.online</vt:lpstr>
      <vt:lpstr>Daftar</vt:lpstr>
      <vt:lpstr>Lengkapi, dengan email lengkap dan password mudah diingat  pastiin email aktif atau yang udah ada di gmail smartphone kamu</vt:lpstr>
      <vt:lpstr>Login untuk akses absensi</vt:lpstr>
      <vt:lpstr>Aktifin GPS HP, dan login</vt:lpstr>
      <vt:lpstr>Absen Hadir maksimal jam 06.30 WIB</vt:lpstr>
      <vt:lpstr>Absen Pulang jam 16.00 WIB</vt:lpstr>
      <vt:lpstr>Lupa kata sandi buat reset kata sandi dengan email yang udah didaftarkan sebelumnya, pastiin email aktif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Tohir Solehudin</dc:creator>
  <cp:lastModifiedBy>Tohir Solehudin</cp:lastModifiedBy>
  <cp:revision>5</cp:revision>
  <dcterms:created xsi:type="dcterms:W3CDTF">2025-09-18T01:36:21Z</dcterms:created>
  <dcterms:modified xsi:type="dcterms:W3CDTF">2025-09-18T02:04:08Z</dcterms:modified>
</cp:coreProperties>
</file>